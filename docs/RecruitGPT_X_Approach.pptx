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80160"/>
            <a:ext cx="7680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RecruitGPT 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749807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CADCFC"/>
                </a:solidFill>
              </a:defRPr>
            </a:pPr>
            <a:r>
              <a:t>Ranking candidates like a great recruiter — not a keyword filter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2C39A"/>
                </a:solidFill>
              </a:defRPr>
            </a:pPr>
            <a:r>
              <a:t>India Runs Data &amp; AI Challenge · Redrob Senior AI Engineer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" cy="685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2761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7772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Recruiters review hundreds of profiles but keyword filters miss real fit.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Honeypot profiles stuff AI skills (HTML, Tailwind) into unrelated titles.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Behavioral signals — response rate, GitHub, saves — are ignored by ATS.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We need ranking that understands the role, not just the vocabulary.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" cy="685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2761"/>
                </a:solidFill>
              </a:defRPr>
            </a:pPr>
            <a:r>
              <a:t>What the Role Actually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7772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Parsed job_description.docx into structured requirements (jd_config.py).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Core IR/ML stack: embeddings, retrieval, ranking, vector DBs, PyTorch.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5–9 years experience, India location, production deployment signals.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Redrob behavioral modifier: recruiter response, GitHub, saves, completeness.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Explicit honeypot title list + noise-skill penalty for keyword stuffers.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" cy="685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2761"/>
                </a:solidFill>
              </a:defRPr>
            </a:pPr>
            <a:r>
              <a:t>Hybrid Offline Ranker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7772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Two-layer system: offline rank.py for 100K submission + live 7-agent app.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Weighted components: title 32%, skills 28%, production 18%, experience 12%, location 10%.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Multiplicative modifiers: consulting-only penalty, behavioral boost, honeypot trap.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Skill trust = endorsements + duration; core vs secondary vs noise buckets.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CPU-only, no network — ranks 100K candidates in ~7 seconds.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" cy="685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2761"/>
                </a:solidFill>
              </a:defRPr>
            </a:pPr>
            <a:r>
              <a:t>Scoring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2286000" cy="1463040"/>
          </a:xfrm>
          <a:prstGeom prst="rect">
            <a:avLst/>
          </a:prstGeom>
          <a:solidFill>
            <a:srgbClr val="CADCFC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1E2761"/>
                </a:solidFill>
              </a:defRPr>
            </a:pPr>
            <a:r>
              <a:t>32%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Title + career alignment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46120" y="1828800"/>
            <a:ext cx="2286000" cy="1463040"/>
          </a:xfrm>
          <a:prstGeom prst="rect">
            <a:avLst/>
          </a:prstGeom>
          <a:solidFill>
            <a:srgbClr val="CADCFC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1E2761"/>
                </a:solidFill>
              </a:defRPr>
            </a:pPr>
            <a:r>
              <a:t>28%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Core AI/IR skills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1828800"/>
            <a:ext cx="2286000" cy="1463040"/>
          </a:xfrm>
          <a:prstGeom prst="rect">
            <a:avLst/>
          </a:prstGeom>
          <a:solidFill>
            <a:srgbClr val="CADCFC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1E2761"/>
                </a:solidFill>
              </a:defRPr>
            </a:pPr>
            <a:r>
              <a:t>18%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Production signals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5760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A6A7A"/>
                </a:solidFill>
              </a:defRPr>
            </a:pPr>
            <a:r>
              <a:t>Tie-breakers: raw score → core skill count → production depth → behavioral signals → ID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" cy="685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2761"/>
                </a:solidFill>
              </a:defRPr>
            </a:pPr>
            <a:r>
              <a:t>Beating Keyword Traps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7772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Weak titles (HR Manager, Accountant, etc.) capped at 0.12 title score.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Profiles with noise skills (HTML, Photoshop) get multiplicative penalty.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Honeypot modifier: unrelated title + inflated AI skills → 0.25× demotion.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Result: zero honeypot titles in our top-100 shortlist.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Top rank: Senior AI Engineer with 7 core IR skills and 0.80 response rate.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" cy="685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2761"/>
                </a:solidFill>
              </a:defRPr>
            </a:pPr>
            <a:r>
              <a:t>Beyond the CSV: RecruitGPT X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7772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Next.js dashboard + FastAPI + LangGraph 7-agent pipeline for recruiters.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Semantic matching (BGE embeddings), explainability, bias audit, what-if analysis.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Candidate Radar visualization, skill evolution timeline, AI recruiter chat.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Same philosophy online: understand fit, explain every rank, surface hidden talent.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" cy="685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2761"/>
                </a:solidFill>
              </a:defRPr>
            </a:pPr>
            <a:r>
              <a:t>Submission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2286000" cy="1463040"/>
          </a:xfrm>
          <a:prstGeom prst="rect">
            <a:avLst/>
          </a:prstGeom>
          <a:solidFill>
            <a:srgbClr val="CADCFC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1E2761"/>
                </a:solidFill>
              </a:defRPr>
            </a:pPr>
            <a:r>
              <a:t>100K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Candidates ranked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46120" y="1828800"/>
            <a:ext cx="2286000" cy="1463040"/>
          </a:xfrm>
          <a:prstGeom prst="rect">
            <a:avLst/>
          </a:prstGeom>
          <a:solidFill>
            <a:srgbClr val="CADCFC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1E2761"/>
                </a:solidFill>
              </a:defRPr>
            </a:pPr>
            <a:r>
              <a:t>7s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CPU runtime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1828800"/>
            <a:ext cx="2286000" cy="1463040"/>
          </a:xfrm>
          <a:prstGeom prst="rect">
            <a:avLst/>
          </a:prstGeom>
          <a:solidFill>
            <a:srgbClr val="CADCFC"/>
          </a:solidFill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1E2761"/>
                </a:solidFill>
              </a:defRPr>
            </a:pPr>
            <a:r>
              <a:t>0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Honeypots in top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6616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6454F"/>
                </a:solidFill>
              </a:defRPr>
            </a:pPr>
            <a:r>
              <a:t>#1 CAND_0002025 Senior AI Engineer · #2 CAND_0071974 Senior AI Engineer (8 core skills)</a:t>
            </a:r>
          </a:p>
          <a:p>
            <a:pPr>
              <a:defRPr sz="1300">
                <a:solidFill>
                  <a:srgbClr val="36454F"/>
                </a:solidFill>
              </a:defRPr>
            </a:pPr>
            <a:r>
              <a:t>Reproduce: python rank.py --candidates ./data/candidates.jsonl --out ./submission.csv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" cy="685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E2761"/>
                </a:solidFill>
              </a:defRPr>
            </a:pPr>
            <a:r>
              <a:t>Why We Built It This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7772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Interpretable weights — judges and recruiters can audit every decision.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Domain-informed features beat generic embedding-only search on honeypots.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Behavioral signals used as modifier, not override — skills still matter.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Reproducible, deterministic, hackathon-compliant (no GPU, no network).</a:t>
            </a:r>
          </a:p>
          <a:p>
            <a:pPr>
              <a:spcAft>
                <a:spcPts val="1000"/>
              </a:spcAft>
              <a:defRPr sz="1700">
                <a:solidFill>
                  <a:srgbClr val="36454F"/>
                </a:solidFill>
              </a:defRPr>
            </a:pPr>
            <a:r>
              <a:t>Live app proves the same ideas scale to interactive recruiter workflows.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Make hiring smarter.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498079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ADCFC"/>
                </a:solidFill>
              </a:defRPr>
            </a:pPr>
            <a:r>
              <a:t>GitHub: recruitgpt-x  ·  submission.csv validated  · 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